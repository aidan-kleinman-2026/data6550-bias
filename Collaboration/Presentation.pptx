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66" r:id="rId4"/>
    <p:sldId id="263" r:id="rId5"/>
    <p:sldId id="262" r:id="rId6"/>
    <p:sldId id="259" r:id="rId7"/>
    <p:sldId id="264" r:id="rId8"/>
    <p:sldId id="265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3ECD24-2729-FF8F-4B0E-59E34BEED8B0}" v="180" dt="2026-02-12T03:38:34.018"/>
    <p1510:client id="{D1E651B2-04E8-08F2-243B-19CB14EBF5A3}" v="374" dt="2026-02-12T04:10:25.7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ttany Fetterman" userId="S::bmf3m@mtmail.mtsu.edu::77fb554a-3bf8-485c-8a41-66a783905135" providerId="AD" clId="Web-{113ECD24-2729-FF8F-4B0E-59E34BEED8B0}"/>
    <pc:docChg chg="addSld delSld modSld sldOrd addMainMaster delMainMaster">
      <pc:chgData name="Brittany Fetterman" userId="S::bmf3m@mtmail.mtsu.edu::77fb554a-3bf8-485c-8a41-66a783905135" providerId="AD" clId="Web-{113ECD24-2729-FF8F-4B0E-59E34BEED8B0}" dt="2026-02-12T03:38:34.018" v="176" actId="20577"/>
      <pc:docMkLst>
        <pc:docMk/>
      </pc:docMkLst>
      <pc:sldChg chg="addSp delSp modSp mod setBg modClrScheme setClrOvrMap chgLayout">
        <pc:chgData name="Brittany Fetterman" userId="S::bmf3m@mtmail.mtsu.edu::77fb554a-3bf8-485c-8a41-66a783905135" providerId="AD" clId="Web-{113ECD24-2729-FF8F-4B0E-59E34BEED8B0}" dt="2026-02-12T03:24:42.561" v="22" actId="20577"/>
        <pc:sldMkLst>
          <pc:docMk/>
          <pc:sldMk cId="109857222" sldId="256"/>
        </pc:sldMkLst>
        <pc:spChg chg="mod">
          <ac:chgData name="Brittany Fetterman" userId="S::bmf3m@mtmail.mtsu.edu::77fb554a-3bf8-485c-8a41-66a783905135" providerId="AD" clId="Web-{113ECD24-2729-FF8F-4B0E-59E34BEED8B0}" dt="2026-02-12T03:24:32.983" v="14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Brittany Fetterman" userId="S::bmf3m@mtmail.mtsu.edu::77fb554a-3bf8-485c-8a41-66a783905135" providerId="AD" clId="Web-{113ECD24-2729-FF8F-4B0E-59E34BEED8B0}" dt="2026-02-12T03:24:42.561" v="22" actId="20577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Brittany Fetterman" userId="S::bmf3m@mtmail.mtsu.edu::77fb554a-3bf8-485c-8a41-66a783905135" providerId="AD" clId="Web-{113ECD24-2729-FF8F-4B0E-59E34BEED8B0}" dt="2026-02-12T03:23:45.201" v="2"/>
          <ac:spMkLst>
            <pc:docMk/>
            <pc:sldMk cId="109857222" sldId="256"/>
            <ac:spMk id="8" creationId="{DEF92653-5D6D-47E6-8744-0DAF76E049C4}"/>
          </ac:spMkLst>
        </pc:spChg>
        <pc:spChg chg="add del">
          <ac:chgData name="Brittany Fetterman" userId="S::bmf3m@mtmail.mtsu.edu::77fb554a-3bf8-485c-8a41-66a783905135" providerId="AD" clId="Web-{113ECD24-2729-FF8F-4B0E-59E34BEED8B0}" dt="2026-02-12T03:23:45.138" v="1"/>
          <ac:spMkLst>
            <pc:docMk/>
            <pc:sldMk cId="109857222" sldId="256"/>
            <ac:spMk id="9" creationId="{5E5473D2-DD46-DFAF-84EC-264D6CE58B94}"/>
          </ac:spMkLst>
        </pc:spChg>
        <pc:picChg chg="add del">
          <ac:chgData name="Brittany Fetterman" userId="S::bmf3m@mtmail.mtsu.edu::77fb554a-3bf8-485c-8a41-66a783905135" providerId="AD" clId="Web-{113ECD24-2729-FF8F-4B0E-59E34BEED8B0}" dt="2026-02-12T03:23:45.138" v="1"/>
          <ac:picMkLst>
            <pc:docMk/>
            <pc:sldMk cId="109857222" sldId="256"/>
            <ac:picMk id="4" creationId="{755BE460-0780-04B7-DA25-69B0DAF7EBFE}"/>
          </ac:picMkLst>
        </pc:picChg>
        <pc:cxnChg chg="add">
          <ac:chgData name="Brittany Fetterman" userId="S::bmf3m@mtmail.mtsu.edu::77fb554a-3bf8-485c-8a41-66a783905135" providerId="AD" clId="Web-{113ECD24-2729-FF8F-4B0E-59E34BEED8B0}" dt="2026-02-12T03:23:45.201" v="2"/>
          <ac:cxnSpMkLst>
            <pc:docMk/>
            <pc:sldMk cId="109857222" sldId="256"/>
            <ac:cxnSpMk id="10" creationId="{9CA98CE3-81A7-4FFE-A047-9AA65998D877}"/>
          </ac:cxnSpMkLst>
        </pc:cxnChg>
        <pc:cxnChg chg="add">
          <ac:chgData name="Brittany Fetterman" userId="S::bmf3m@mtmail.mtsu.edu::77fb554a-3bf8-485c-8a41-66a783905135" providerId="AD" clId="Web-{113ECD24-2729-FF8F-4B0E-59E34BEED8B0}" dt="2026-02-12T03:23:45.201" v="2"/>
          <ac:cxnSpMkLst>
            <pc:docMk/>
            <pc:sldMk cId="109857222" sldId="256"/>
            <ac:cxnSpMk id="12" creationId="{18D91C2B-BDB9-49BE-9C44-E0CFE597ABFE}"/>
          </ac:cxnSpMkLst>
        </pc:cxnChg>
      </pc:sldChg>
      <pc:sldChg chg="modSp new mod setBg">
        <pc:chgData name="Brittany Fetterman" userId="S::bmf3m@mtmail.mtsu.edu::77fb554a-3bf8-485c-8a41-66a783905135" providerId="AD" clId="Web-{113ECD24-2729-FF8F-4B0E-59E34BEED8B0}" dt="2026-02-12T03:35:27.249" v="120" actId="20577"/>
        <pc:sldMkLst>
          <pc:docMk/>
          <pc:sldMk cId="4034726664" sldId="257"/>
        </pc:sldMkLst>
        <pc:spChg chg="mod">
          <ac:chgData name="Brittany Fetterman" userId="S::bmf3m@mtmail.mtsu.edu::77fb554a-3bf8-485c-8a41-66a783905135" providerId="AD" clId="Web-{113ECD24-2729-FF8F-4B0E-59E34BEED8B0}" dt="2026-02-12T03:31:11.136" v="51" actId="20577"/>
          <ac:spMkLst>
            <pc:docMk/>
            <pc:sldMk cId="4034726664" sldId="257"/>
            <ac:spMk id="2" creationId="{CC1E216F-CE82-CDF6-B595-A6675E1D39CA}"/>
          </ac:spMkLst>
        </pc:spChg>
        <pc:spChg chg="mod">
          <ac:chgData name="Brittany Fetterman" userId="S::bmf3m@mtmail.mtsu.edu::77fb554a-3bf8-485c-8a41-66a783905135" providerId="AD" clId="Web-{113ECD24-2729-FF8F-4B0E-59E34BEED8B0}" dt="2026-02-12T03:35:27.249" v="120" actId="20577"/>
          <ac:spMkLst>
            <pc:docMk/>
            <pc:sldMk cId="4034726664" sldId="257"/>
            <ac:spMk id="3" creationId="{78F772D4-DCEF-39FC-F5FD-E12C6D471063}"/>
          </ac:spMkLst>
        </pc:spChg>
      </pc:sldChg>
      <pc:sldChg chg="new del">
        <pc:chgData name="Brittany Fetterman" userId="S::bmf3m@mtmail.mtsu.edu::77fb554a-3bf8-485c-8a41-66a783905135" providerId="AD" clId="Web-{113ECD24-2729-FF8F-4B0E-59E34BEED8B0}" dt="2026-02-12T03:30:36.010" v="39"/>
        <pc:sldMkLst>
          <pc:docMk/>
          <pc:sldMk cId="2782265141" sldId="258"/>
        </pc:sldMkLst>
      </pc:sldChg>
      <pc:sldChg chg="modSp add ord replId">
        <pc:chgData name="Brittany Fetterman" userId="S::bmf3m@mtmail.mtsu.edu::77fb554a-3bf8-485c-8a41-66a783905135" providerId="AD" clId="Web-{113ECD24-2729-FF8F-4B0E-59E34BEED8B0}" dt="2026-02-12T03:36:59.032" v="158"/>
        <pc:sldMkLst>
          <pc:docMk/>
          <pc:sldMk cId="324179580" sldId="259"/>
        </pc:sldMkLst>
        <pc:spChg chg="mod">
          <ac:chgData name="Brittany Fetterman" userId="S::bmf3m@mtmail.mtsu.edu::77fb554a-3bf8-485c-8a41-66a783905135" providerId="AD" clId="Web-{113ECD24-2729-FF8F-4B0E-59E34BEED8B0}" dt="2026-02-12T03:36:01.859" v="147" actId="20577"/>
          <ac:spMkLst>
            <pc:docMk/>
            <pc:sldMk cId="324179580" sldId="259"/>
            <ac:spMk id="2" creationId="{D3201DA4-C9E5-E5BE-8CF1-9B6120510C7D}"/>
          </ac:spMkLst>
        </pc:spChg>
      </pc:sldChg>
      <pc:sldChg chg="add del replId">
        <pc:chgData name="Brittany Fetterman" userId="S::bmf3m@mtmail.mtsu.edu::77fb554a-3bf8-485c-8a41-66a783905135" providerId="AD" clId="Web-{113ECD24-2729-FF8F-4B0E-59E34BEED8B0}" dt="2026-02-12T03:30:46.823" v="42"/>
        <pc:sldMkLst>
          <pc:docMk/>
          <pc:sldMk cId="68391436" sldId="260"/>
        </pc:sldMkLst>
      </pc:sldChg>
      <pc:sldChg chg="new del">
        <pc:chgData name="Brittany Fetterman" userId="S::bmf3m@mtmail.mtsu.edu::77fb554a-3bf8-485c-8a41-66a783905135" providerId="AD" clId="Web-{113ECD24-2729-FF8F-4B0E-59E34BEED8B0}" dt="2026-02-12T03:30:50.573" v="44"/>
        <pc:sldMkLst>
          <pc:docMk/>
          <pc:sldMk cId="2264447384" sldId="261"/>
        </pc:sldMkLst>
      </pc:sldChg>
      <pc:sldChg chg="modSp add replId">
        <pc:chgData name="Brittany Fetterman" userId="S::bmf3m@mtmail.mtsu.edu::77fb554a-3bf8-485c-8a41-66a783905135" providerId="AD" clId="Web-{113ECD24-2729-FF8F-4B0E-59E34BEED8B0}" dt="2026-02-12T03:35:52.046" v="132" actId="20577"/>
        <pc:sldMkLst>
          <pc:docMk/>
          <pc:sldMk cId="2256361778" sldId="262"/>
        </pc:sldMkLst>
        <pc:spChg chg="mod">
          <ac:chgData name="Brittany Fetterman" userId="S::bmf3m@mtmail.mtsu.edu::77fb554a-3bf8-485c-8a41-66a783905135" providerId="AD" clId="Web-{113ECD24-2729-FF8F-4B0E-59E34BEED8B0}" dt="2026-02-12T03:35:52.046" v="132" actId="20577"/>
          <ac:spMkLst>
            <pc:docMk/>
            <pc:sldMk cId="2256361778" sldId="262"/>
            <ac:spMk id="2" creationId="{53C47F85-B0CB-DB18-42F2-F24C0D04E72A}"/>
          </ac:spMkLst>
        </pc:spChg>
      </pc:sldChg>
      <pc:sldChg chg="modSp add ord replId">
        <pc:chgData name="Brittany Fetterman" userId="S::bmf3m@mtmail.mtsu.edu::77fb554a-3bf8-485c-8a41-66a783905135" providerId="AD" clId="Web-{113ECD24-2729-FF8F-4B0E-59E34BEED8B0}" dt="2026-02-12T03:36:49.829" v="157" actId="20577"/>
        <pc:sldMkLst>
          <pc:docMk/>
          <pc:sldMk cId="3011576268" sldId="263"/>
        </pc:sldMkLst>
        <pc:spChg chg="mod">
          <ac:chgData name="Brittany Fetterman" userId="S::bmf3m@mtmail.mtsu.edu::77fb554a-3bf8-485c-8a41-66a783905135" providerId="AD" clId="Web-{113ECD24-2729-FF8F-4B0E-59E34BEED8B0}" dt="2026-02-12T03:36:49.829" v="157" actId="20577"/>
          <ac:spMkLst>
            <pc:docMk/>
            <pc:sldMk cId="3011576268" sldId="263"/>
            <ac:spMk id="2" creationId="{A82DAA19-33D0-8CE9-9DA2-D2907896469E}"/>
          </ac:spMkLst>
        </pc:spChg>
      </pc:sldChg>
      <pc:sldChg chg="modSp add ord replId">
        <pc:chgData name="Brittany Fetterman" userId="S::bmf3m@mtmail.mtsu.edu::77fb554a-3bf8-485c-8a41-66a783905135" providerId="AD" clId="Web-{113ECD24-2729-FF8F-4B0E-59E34BEED8B0}" dt="2026-02-12T03:37:16.970" v="168" actId="20577"/>
        <pc:sldMkLst>
          <pc:docMk/>
          <pc:sldMk cId="2564795423" sldId="264"/>
        </pc:sldMkLst>
        <pc:spChg chg="mod">
          <ac:chgData name="Brittany Fetterman" userId="S::bmf3m@mtmail.mtsu.edu::77fb554a-3bf8-485c-8a41-66a783905135" providerId="AD" clId="Web-{113ECD24-2729-FF8F-4B0E-59E34BEED8B0}" dt="2026-02-12T03:37:16.970" v="168" actId="20577"/>
          <ac:spMkLst>
            <pc:docMk/>
            <pc:sldMk cId="2564795423" sldId="264"/>
            <ac:spMk id="2" creationId="{65386DB3-0A3F-509F-984A-A8EBB7D3E30D}"/>
          </ac:spMkLst>
        </pc:spChg>
      </pc:sldChg>
      <pc:sldChg chg="modSp add replId">
        <pc:chgData name="Brittany Fetterman" userId="S::bmf3m@mtmail.mtsu.edu::77fb554a-3bf8-485c-8a41-66a783905135" providerId="AD" clId="Web-{113ECD24-2729-FF8F-4B0E-59E34BEED8B0}" dt="2026-02-12T03:37:27.611" v="169" actId="20577"/>
        <pc:sldMkLst>
          <pc:docMk/>
          <pc:sldMk cId="2754462860" sldId="265"/>
        </pc:sldMkLst>
        <pc:spChg chg="mod">
          <ac:chgData name="Brittany Fetterman" userId="S::bmf3m@mtmail.mtsu.edu::77fb554a-3bf8-485c-8a41-66a783905135" providerId="AD" clId="Web-{113ECD24-2729-FF8F-4B0E-59E34BEED8B0}" dt="2026-02-12T03:37:27.611" v="169" actId="20577"/>
          <ac:spMkLst>
            <pc:docMk/>
            <pc:sldMk cId="2754462860" sldId="265"/>
            <ac:spMk id="2" creationId="{BCB1191F-C66C-1ABC-A28F-B5B930CC3056}"/>
          </ac:spMkLst>
        </pc:spChg>
      </pc:sldChg>
      <pc:sldChg chg="modSp add replId">
        <pc:chgData name="Brittany Fetterman" userId="S::bmf3m@mtmail.mtsu.edu::77fb554a-3bf8-485c-8a41-66a783905135" providerId="AD" clId="Web-{113ECD24-2729-FF8F-4B0E-59E34BEED8B0}" dt="2026-02-12T03:38:34.018" v="176" actId="20577"/>
        <pc:sldMkLst>
          <pc:docMk/>
          <pc:sldMk cId="767009227" sldId="266"/>
        </pc:sldMkLst>
        <pc:spChg chg="mod">
          <ac:chgData name="Brittany Fetterman" userId="S::bmf3m@mtmail.mtsu.edu::77fb554a-3bf8-485c-8a41-66a783905135" providerId="AD" clId="Web-{113ECD24-2729-FF8F-4B0E-59E34BEED8B0}" dt="2026-02-12T03:38:34.018" v="176" actId="20577"/>
          <ac:spMkLst>
            <pc:docMk/>
            <pc:sldMk cId="767009227" sldId="266"/>
            <ac:spMk id="3" creationId="{FC3F3277-8B5E-E43B-F4A0-74A07B9DF396}"/>
          </ac:spMkLst>
        </pc:spChg>
      </pc:sldChg>
      <pc:sldChg chg="new del">
        <pc:chgData name="Brittany Fetterman" userId="S::bmf3m@mtmail.mtsu.edu::77fb554a-3bf8-485c-8a41-66a783905135" providerId="AD" clId="Web-{113ECD24-2729-FF8F-4B0E-59E34BEED8B0}" dt="2026-02-12T03:31:04.980" v="49"/>
        <pc:sldMkLst>
          <pc:docMk/>
          <pc:sldMk cId="4142616375" sldId="266"/>
        </pc:sldMkLst>
      </pc:sldChg>
      <pc:sldChg chg="modSp add replId">
        <pc:chgData name="Brittany Fetterman" userId="S::bmf3m@mtmail.mtsu.edu::77fb554a-3bf8-485c-8a41-66a783905135" providerId="AD" clId="Web-{113ECD24-2729-FF8F-4B0E-59E34BEED8B0}" dt="2026-02-12T03:38:12.565" v="172" actId="20577"/>
        <pc:sldMkLst>
          <pc:docMk/>
          <pc:sldMk cId="3236529435" sldId="267"/>
        </pc:sldMkLst>
        <pc:spChg chg="mod">
          <ac:chgData name="Brittany Fetterman" userId="S::bmf3m@mtmail.mtsu.edu::77fb554a-3bf8-485c-8a41-66a783905135" providerId="AD" clId="Web-{113ECD24-2729-FF8F-4B0E-59E34BEED8B0}" dt="2026-02-12T03:38:12.565" v="172" actId="20577"/>
          <ac:spMkLst>
            <pc:docMk/>
            <pc:sldMk cId="3236529435" sldId="267"/>
            <ac:spMk id="2" creationId="{BD94CE6F-3A34-FB39-944E-D5B32BE0CEB0}"/>
          </ac:spMkLst>
        </pc:spChg>
      </pc:sldChg>
      <pc:sldMasterChg chg="add del addSldLayout delSldLayout">
        <pc:chgData name="Brittany Fetterman" userId="S::bmf3m@mtmail.mtsu.edu::77fb554a-3bf8-485c-8a41-66a783905135" providerId="AD" clId="Web-{113ECD24-2729-FF8F-4B0E-59E34BEED8B0}" dt="2026-02-12T03:23:45.201" v="2"/>
        <pc:sldMasterMkLst>
          <pc:docMk/>
          <pc:sldMasterMk cId="2460954070" sldId="2147483660"/>
        </pc:sldMasterMkLst>
        <pc:sldLayoutChg chg="add del">
          <pc:chgData name="Brittany Fetterman" userId="S::bmf3m@mtmail.mtsu.edu::77fb554a-3bf8-485c-8a41-66a783905135" providerId="AD" clId="Web-{113ECD24-2729-FF8F-4B0E-59E34BEED8B0}" dt="2026-02-12T03:23:45.201" v="2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Brittany Fetterman" userId="S::bmf3m@mtmail.mtsu.edu::77fb554a-3bf8-485c-8a41-66a783905135" providerId="AD" clId="Web-{113ECD24-2729-FF8F-4B0E-59E34BEED8B0}" dt="2026-02-12T03:23:45.201" v="2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Brittany Fetterman" userId="S::bmf3m@mtmail.mtsu.edu::77fb554a-3bf8-485c-8a41-66a783905135" providerId="AD" clId="Web-{113ECD24-2729-FF8F-4B0E-59E34BEED8B0}" dt="2026-02-12T03:23:45.201" v="2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Brittany Fetterman" userId="S::bmf3m@mtmail.mtsu.edu::77fb554a-3bf8-485c-8a41-66a783905135" providerId="AD" clId="Web-{113ECD24-2729-FF8F-4B0E-59E34BEED8B0}" dt="2026-02-12T03:23:45.201" v="2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Brittany Fetterman" userId="S::bmf3m@mtmail.mtsu.edu::77fb554a-3bf8-485c-8a41-66a783905135" providerId="AD" clId="Web-{113ECD24-2729-FF8F-4B0E-59E34BEED8B0}" dt="2026-02-12T03:23:45.201" v="2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Brittany Fetterman" userId="S::bmf3m@mtmail.mtsu.edu::77fb554a-3bf8-485c-8a41-66a783905135" providerId="AD" clId="Web-{113ECD24-2729-FF8F-4B0E-59E34BEED8B0}" dt="2026-02-12T03:23:45.201" v="2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Brittany Fetterman" userId="S::bmf3m@mtmail.mtsu.edu::77fb554a-3bf8-485c-8a41-66a783905135" providerId="AD" clId="Web-{113ECD24-2729-FF8F-4B0E-59E34BEED8B0}" dt="2026-02-12T03:23:45.201" v="2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Brittany Fetterman" userId="S::bmf3m@mtmail.mtsu.edu::77fb554a-3bf8-485c-8a41-66a783905135" providerId="AD" clId="Web-{113ECD24-2729-FF8F-4B0E-59E34BEED8B0}" dt="2026-02-12T03:23:45.201" v="2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Brittany Fetterman" userId="S::bmf3m@mtmail.mtsu.edu::77fb554a-3bf8-485c-8a41-66a783905135" providerId="AD" clId="Web-{113ECD24-2729-FF8F-4B0E-59E34BEED8B0}" dt="2026-02-12T03:23:45.201" v="2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Brittany Fetterman" userId="S::bmf3m@mtmail.mtsu.edu::77fb554a-3bf8-485c-8a41-66a783905135" providerId="AD" clId="Web-{113ECD24-2729-FF8F-4B0E-59E34BEED8B0}" dt="2026-02-12T03:23:45.201" v="2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Brittany Fetterman" userId="S::bmf3m@mtmail.mtsu.edu::77fb554a-3bf8-485c-8a41-66a783905135" providerId="AD" clId="Web-{113ECD24-2729-FF8F-4B0E-59E34BEED8B0}" dt="2026-02-12T03:23:45.201" v="2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">
        <pc:chgData name="Brittany Fetterman" userId="S::bmf3m@mtmail.mtsu.edu::77fb554a-3bf8-485c-8a41-66a783905135" providerId="AD" clId="Web-{113ECD24-2729-FF8F-4B0E-59E34BEED8B0}" dt="2026-02-12T03:23:45.201" v="2"/>
        <pc:sldMasterMkLst>
          <pc:docMk/>
          <pc:sldMasterMk cId="110466419" sldId="2147483695"/>
        </pc:sldMasterMkLst>
        <pc:sldLayoutChg chg="add">
          <pc:chgData name="Brittany Fetterman" userId="S::bmf3m@mtmail.mtsu.edu::77fb554a-3bf8-485c-8a41-66a783905135" providerId="AD" clId="Web-{113ECD24-2729-FF8F-4B0E-59E34BEED8B0}" dt="2026-02-12T03:23:45.201" v="2"/>
          <pc:sldLayoutMkLst>
            <pc:docMk/>
            <pc:sldMasterMk cId="110466419" sldId="2147483695"/>
            <pc:sldLayoutMk cId="1537534034" sldId="2147483684"/>
          </pc:sldLayoutMkLst>
        </pc:sldLayoutChg>
        <pc:sldLayoutChg chg="add">
          <pc:chgData name="Brittany Fetterman" userId="S::bmf3m@mtmail.mtsu.edu::77fb554a-3bf8-485c-8a41-66a783905135" providerId="AD" clId="Web-{113ECD24-2729-FF8F-4B0E-59E34BEED8B0}" dt="2026-02-12T03:23:45.201" v="2"/>
          <pc:sldLayoutMkLst>
            <pc:docMk/>
            <pc:sldMasterMk cId="110466419" sldId="2147483695"/>
            <pc:sldLayoutMk cId="2037435527" sldId="2147483685"/>
          </pc:sldLayoutMkLst>
        </pc:sldLayoutChg>
        <pc:sldLayoutChg chg="add">
          <pc:chgData name="Brittany Fetterman" userId="S::bmf3m@mtmail.mtsu.edu::77fb554a-3bf8-485c-8a41-66a783905135" providerId="AD" clId="Web-{113ECD24-2729-FF8F-4B0E-59E34BEED8B0}" dt="2026-02-12T03:23:45.201" v="2"/>
          <pc:sldLayoutMkLst>
            <pc:docMk/>
            <pc:sldMasterMk cId="110466419" sldId="2147483695"/>
            <pc:sldLayoutMk cId="726699140" sldId="2147483686"/>
          </pc:sldLayoutMkLst>
        </pc:sldLayoutChg>
        <pc:sldLayoutChg chg="add">
          <pc:chgData name="Brittany Fetterman" userId="S::bmf3m@mtmail.mtsu.edu::77fb554a-3bf8-485c-8a41-66a783905135" providerId="AD" clId="Web-{113ECD24-2729-FF8F-4B0E-59E34BEED8B0}" dt="2026-02-12T03:23:45.201" v="2"/>
          <pc:sldLayoutMkLst>
            <pc:docMk/>
            <pc:sldMasterMk cId="110466419" sldId="2147483695"/>
            <pc:sldLayoutMk cId="274821176" sldId="2147483687"/>
          </pc:sldLayoutMkLst>
        </pc:sldLayoutChg>
        <pc:sldLayoutChg chg="add">
          <pc:chgData name="Brittany Fetterman" userId="S::bmf3m@mtmail.mtsu.edu::77fb554a-3bf8-485c-8a41-66a783905135" providerId="AD" clId="Web-{113ECD24-2729-FF8F-4B0E-59E34BEED8B0}" dt="2026-02-12T03:23:45.201" v="2"/>
          <pc:sldLayoutMkLst>
            <pc:docMk/>
            <pc:sldMasterMk cId="110466419" sldId="2147483695"/>
            <pc:sldLayoutMk cId="2973090396" sldId="2147483688"/>
          </pc:sldLayoutMkLst>
        </pc:sldLayoutChg>
        <pc:sldLayoutChg chg="add">
          <pc:chgData name="Brittany Fetterman" userId="S::bmf3m@mtmail.mtsu.edu::77fb554a-3bf8-485c-8a41-66a783905135" providerId="AD" clId="Web-{113ECD24-2729-FF8F-4B0E-59E34BEED8B0}" dt="2026-02-12T03:23:45.201" v="2"/>
          <pc:sldLayoutMkLst>
            <pc:docMk/>
            <pc:sldMasterMk cId="110466419" sldId="2147483695"/>
            <pc:sldLayoutMk cId="3838851580" sldId="2147483689"/>
          </pc:sldLayoutMkLst>
        </pc:sldLayoutChg>
        <pc:sldLayoutChg chg="add">
          <pc:chgData name="Brittany Fetterman" userId="S::bmf3m@mtmail.mtsu.edu::77fb554a-3bf8-485c-8a41-66a783905135" providerId="AD" clId="Web-{113ECD24-2729-FF8F-4B0E-59E34BEED8B0}" dt="2026-02-12T03:23:45.201" v="2"/>
          <pc:sldLayoutMkLst>
            <pc:docMk/>
            <pc:sldMasterMk cId="110466419" sldId="2147483695"/>
            <pc:sldLayoutMk cId="3917710889" sldId="2147483690"/>
          </pc:sldLayoutMkLst>
        </pc:sldLayoutChg>
        <pc:sldLayoutChg chg="add">
          <pc:chgData name="Brittany Fetterman" userId="S::bmf3m@mtmail.mtsu.edu::77fb554a-3bf8-485c-8a41-66a783905135" providerId="AD" clId="Web-{113ECD24-2729-FF8F-4B0E-59E34BEED8B0}" dt="2026-02-12T03:23:45.201" v="2"/>
          <pc:sldLayoutMkLst>
            <pc:docMk/>
            <pc:sldMasterMk cId="110466419" sldId="2147483695"/>
            <pc:sldLayoutMk cId="2565799990" sldId="2147483691"/>
          </pc:sldLayoutMkLst>
        </pc:sldLayoutChg>
        <pc:sldLayoutChg chg="add">
          <pc:chgData name="Brittany Fetterman" userId="S::bmf3m@mtmail.mtsu.edu::77fb554a-3bf8-485c-8a41-66a783905135" providerId="AD" clId="Web-{113ECD24-2729-FF8F-4B0E-59E34BEED8B0}" dt="2026-02-12T03:23:45.201" v="2"/>
          <pc:sldLayoutMkLst>
            <pc:docMk/>
            <pc:sldMasterMk cId="110466419" sldId="2147483695"/>
            <pc:sldLayoutMk cId="408979000" sldId="2147483692"/>
          </pc:sldLayoutMkLst>
        </pc:sldLayoutChg>
        <pc:sldLayoutChg chg="add">
          <pc:chgData name="Brittany Fetterman" userId="S::bmf3m@mtmail.mtsu.edu::77fb554a-3bf8-485c-8a41-66a783905135" providerId="AD" clId="Web-{113ECD24-2729-FF8F-4B0E-59E34BEED8B0}" dt="2026-02-12T03:23:45.201" v="2"/>
          <pc:sldLayoutMkLst>
            <pc:docMk/>
            <pc:sldMasterMk cId="110466419" sldId="2147483695"/>
            <pc:sldLayoutMk cId="1074740317" sldId="2147483693"/>
          </pc:sldLayoutMkLst>
        </pc:sldLayoutChg>
        <pc:sldLayoutChg chg="add">
          <pc:chgData name="Brittany Fetterman" userId="S::bmf3m@mtmail.mtsu.edu::77fb554a-3bf8-485c-8a41-66a783905135" providerId="AD" clId="Web-{113ECD24-2729-FF8F-4B0E-59E34BEED8B0}" dt="2026-02-12T03:23:45.201" v="2"/>
          <pc:sldLayoutMkLst>
            <pc:docMk/>
            <pc:sldMasterMk cId="110466419" sldId="2147483695"/>
            <pc:sldLayoutMk cId="1556625449" sldId="2147483694"/>
          </pc:sldLayoutMkLst>
        </pc:sldLayoutChg>
      </pc:sldMasterChg>
      <pc:sldMasterChg chg="add del addSldLayout delSldLayout">
        <pc:chgData name="Brittany Fetterman" userId="S::bmf3m@mtmail.mtsu.edu::77fb554a-3bf8-485c-8a41-66a783905135" providerId="AD" clId="Web-{113ECD24-2729-FF8F-4B0E-59E34BEED8B0}" dt="2026-02-12T03:23:45.138" v="1"/>
        <pc:sldMasterMkLst>
          <pc:docMk/>
          <pc:sldMasterMk cId="3285594973" sldId="2147483708"/>
        </pc:sldMasterMkLst>
        <pc:sldLayoutChg chg="add del">
          <pc:chgData name="Brittany Fetterman" userId="S::bmf3m@mtmail.mtsu.edu::77fb554a-3bf8-485c-8a41-66a783905135" providerId="AD" clId="Web-{113ECD24-2729-FF8F-4B0E-59E34BEED8B0}" dt="2026-02-12T03:23:45.138" v="1"/>
          <pc:sldLayoutMkLst>
            <pc:docMk/>
            <pc:sldMasterMk cId="3285594973" sldId="2147483708"/>
            <pc:sldLayoutMk cId="301010024" sldId="2147483697"/>
          </pc:sldLayoutMkLst>
        </pc:sldLayoutChg>
        <pc:sldLayoutChg chg="add del">
          <pc:chgData name="Brittany Fetterman" userId="S::bmf3m@mtmail.mtsu.edu::77fb554a-3bf8-485c-8a41-66a783905135" providerId="AD" clId="Web-{113ECD24-2729-FF8F-4B0E-59E34BEED8B0}" dt="2026-02-12T03:23:45.138" v="1"/>
          <pc:sldLayoutMkLst>
            <pc:docMk/>
            <pc:sldMasterMk cId="3285594973" sldId="2147483708"/>
            <pc:sldLayoutMk cId="4284859740" sldId="2147483698"/>
          </pc:sldLayoutMkLst>
        </pc:sldLayoutChg>
        <pc:sldLayoutChg chg="add del">
          <pc:chgData name="Brittany Fetterman" userId="S::bmf3m@mtmail.mtsu.edu::77fb554a-3bf8-485c-8a41-66a783905135" providerId="AD" clId="Web-{113ECD24-2729-FF8F-4B0E-59E34BEED8B0}" dt="2026-02-12T03:23:45.138" v="1"/>
          <pc:sldLayoutMkLst>
            <pc:docMk/>
            <pc:sldMasterMk cId="3285594973" sldId="2147483708"/>
            <pc:sldLayoutMk cId="1912448149" sldId="2147483699"/>
          </pc:sldLayoutMkLst>
        </pc:sldLayoutChg>
        <pc:sldLayoutChg chg="add del">
          <pc:chgData name="Brittany Fetterman" userId="S::bmf3m@mtmail.mtsu.edu::77fb554a-3bf8-485c-8a41-66a783905135" providerId="AD" clId="Web-{113ECD24-2729-FF8F-4B0E-59E34BEED8B0}" dt="2026-02-12T03:23:45.138" v="1"/>
          <pc:sldLayoutMkLst>
            <pc:docMk/>
            <pc:sldMasterMk cId="3285594973" sldId="2147483708"/>
            <pc:sldLayoutMk cId="1378965653" sldId="2147483700"/>
          </pc:sldLayoutMkLst>
        </pc:sldLayoutChg>
        <pc:sldLayoutChg chg="add del">
          <pc:chgData name="Brittany Fetterman" userId="S::bmf3m@mtmail.mtsu.edu::77fb554a-3bf8-485c-8a41-66a783905135" providerId="AD" clId="Web-{113ECD24-2729-FF8F-4B0E-59E34BEED8B0}" dt="2026-02-12T03:23:45.138" v="1"/>
          <pc:sldLayoutMkLst>
            <pc:docMk/>
            <pc:sldMasterMk cId="3285594973" sldId="2147483708"/>
            <pc:sldLayoutMk cId="2065125485" sldId="2147483701"/>
          </pc:sldLayoutMkLst>
        </pc:sldLayoutChg>
        <pc:sldLayoutChg chg="add del">
          <pc:chgData name="Brittany Fetterman" userId="S::bmf3m@mtmail.mtsu.edu::77fb554a-3bf8-485c-8a41-66a783905135" providerId="AD" clId="Web-{113ECD24-2729-FF8F-4B0E-59E34BEED8B0}" dt="2026-02-12T03:23:45.138" v="1"/>
          <pc:sldLayoutMkLst>
            <pc:docMk/>
            <pc:sldMasterMk cId="3285594973" sldId="2147483708"/>
            <pc:sldLayoutMk cId="1412539991" sldId="2147483702"/>
          </pc:sldLayoutMkLst>
        </pc:sldLayoutChg>
        <pc:sldLayoutChg chg="add del">
          <pc:chgData name="Brittany Fetterman" userId="S::bmf3m@mtmail.mtsu.edu::77fb554a-3bf8-485c-8a41-66a783905135" providerId="AD" clId="Web-{113ECD24-2729-FF8F-4B0E-59E34BEED8B0}" dt="2026-02-12T03:23:45.138" v="1"/>
          <pc:sldLayoutMkLst>
            <pc:docMk/>
            <pc:sldMasterMk cId="3285594973" sldId="2147483708"/>
            <pc:sldLayoutMk cId="3795287333" sldId="2147483703"/>
          </pc:sldLayoutMkLst>
        </pc:sldLayoutChg>
        <pc:sldLayoutChg chg="add del">
          <pc:chgData name="Brittany Fetterman" userId="S::bmf3m@mtmail.mtsu.edu::77fb554a-3bf8-485c-8a41-66a783905135" providerId="AD" clId="Web-{113ECD24-2729-FF8F-4B0E-59E34BEED8B0}" dt="2026-02-12T03:23:45.138" v="1"/>
          <pc:sldLayoutMkLst>
            <pc:docMk/>
            <pc:sldMasterMk cId="3285594973" sldId="2147483708"/>
            <pc:sldLayoutMk cId="1722573180" sldId="2147483704"/>
          </pc:sldLayoutMkLst>
        </pc:sldLayoutChg>
        <pc:sldLayoutChg chg="add del">
          <pc:chgData name="Brittany Fetterman" userId="S::bmf3m@mtmail.mtsu.edu::77fb554a-3bf8-485c-8a41-66a783905135" providerId="AD" clId="Web-{113ECD24-2729-FF8F-4B0E-59E34BEED8B0}" dt="2026-02-12T03:23:45.138" v="1"/>
          <pc:sldLayoutMkLst>
            <pc:docMk/>
            <pc:sldMasterMk cId="3285594973" sldId="2147483708"/>
            <pc:sldLayoutMk cId="371261571" sldId="2147483705"/>
          </pc:sldLayoutMkLst>
        </pc:sldLayoutChg>
        <pc:sldLayoutChg chg="add del">
          <pc:chgData name="Brittany Fetterman" userId="S::bmf3m@mtmail.mtsu.edu::77fb554a-3bf8-485c-8a41-66a783905135" providerId="AD" clId="Web-{113ECD24-2729-FF8F-4B0E-59E34BEED8B0}" dt="2026-02-12T03:23:45.138" v="1"/>
          <pc:sldLayoutMkLst>
            <pc:docMk/>
            <pc:sldMasterMk cId="3285594973" sldId="2147483708"/>
            <pc:sldLayoutMk cId="1004823462" sldId="2147483706"/>
          </pc:sldLayoutMkLst>
        </pc:sldLayoutChg>
        <pc:sldLayoutChg chg="add del">
          <pc:chgData name="Brittany Fetterman" userId="S::bmf3m@mtmail.mtsu.edu::77fb554a-3bf8-485c-8a41-66a783905135" providerId="AD" clId="Web-{113ECD24-2729-FF8F-4B0E-59E34BEED8B0}" dt="2026-02-12T03:23:45.138" v="1"/>
          <pc:sldLayoutMkLst>
            <pc:docMk/>
            <pc:sldMasterMk cId="3285594973" sldId="2147483708"/>
            <pc:sldLayoutMk cId="4120558430" sldId="2147483707"/>
          </pc:sldLayoutMkLst>
        </pc:sldLayoutChg>
      </pc:sldMasterChg>
    </pc:docChg>
  </pc:docChgLst>
  <pc:docChgLst>
    <pc:chgData name="Brittany Fetterman" userId="S::bmf3m@mtmail.mtsu.edu::77fb554a-3bf8-485c-8a41-66a783905135" providerId="AD" clId="Web-{D1E651B2-04E8-08F2-243B-19CB14EBF5A3}"/>
    <pc:docChg chg="modSld">
      <pc:chgData name="Brittany Fetterman" userId="S::bmf3m@mtmail.mtsu.edu::77fb554a-3bf8-485c-8a41-66a783905135" providerId="AD" clId="Web-{D1E651B2-04E8-08F2-243B-19CB14EBF5A3}" dt="2026-02-12T04:10:22.945" v="375" actId="20577"/>
      <pc:docMkLst>
        <pc:docMk/>
      </pc:docMkLst>
      <pc:sldChg chg="modSp">
        <pc:chgData name="Brittany Fetterman" userId="S::bmf3m@mtmail.mtsu.edu::77fb554a-3bf8-485c-8a41-66a783905135" providerId="AD" clId="Web-{D1E651B2-04E8-08F2-243B-19CB14EBF5A3}" dt="2026-02-12T04:07:01.475" v="359" actId="20577"/>
        <pc:sldMkLst>
          <pc:docMk/>
          <pc:sldMk cId="324179580" sldId="259"/>
        </pc:sldMkLst>
        <pc:spChg chg="mod">
          <ac:chgData name="Brittany Fetterman" userId="S::bmf3m@mtmail.mtsu.edu::77fb554a-3bf8-485c-8a41-66a783905135" providerId="AD" clId="Web-{D1E651B2-04E8-08F2-243B-19CB14EBF5A3}" dt="2026-02-12T04:07:01.475" v="359" actId="20577"/>
          <ac:spMkLst>
            <pc:docMk/>
            <pc:sldMk cId="324179580" sldId="259"/>
            <ac:spMk id="3" creationId="{A3FD8558-A1AA-D4FB-1ECA-33F46B9B9539}"/>
          </ac:spMkLst>
        </pc:spChg>
      </pc:sldChg>
      <pc:sldChg chg="addSp delSp modSp">
        <pc:chgData name="Brittany Fetterman" userId="S::bmf3m@mtmail.mtsu.edu::77fb554a-3bf8-485c-8a41-66a783905135" providerId="AD" clId="Web-{D1E651B2-04E8-08F2-243B-19CB14EBF5A3}" dt="2026-02-12T04:05:24.779" v="341" actId="14100"/>
        <pc:sldMkLst>
          <pc:docMk/>
          <pc:sldMk cId="2256361778" sldId="262"/>
        </pc:sldMkLst>
        <pc:spChg chg="mod">
          <ac:chgData name="Brittany Fetterman" userId="S::bmf3m@mtmail.mtsu.edu::77fb554a-3bf8-485c-8a41-66a783905135" providerId="AD" clId="Web-{D1E651B2-04E8-08F2-243B-19CB14EBF5A3}" dt="2026-02-12T03:56:16.361" v="317" actId="20577"/>
          <ac:spMkLst>
            <pc:docMk/>
            <pc:sldMk cId="2256361778" sldId="262"/>
            <ac:spMk id="3" creationId="{F70193FD-274D-D026-D62D-2F76A7609635}"/>
          </ac:spMkLst>
        </pc:spChg>
        <pc:picChg chg="add mod">
          <ac:chgData name="Brittany Fetterman" userId="S::bmf3m@mtmail.mtsu.edu::77fb554a-3bf8-485c-8a41-66a783905135" providerId="AD" clId="Web-{D1E651B2-04E8-08F2-243B-19CB14EBF5A3}" dt="2026-02-12T04:05:14.451" v="339" actId="1076"/>
          <ac:picMkLst>
            <pc:docMk/>
            <pc:sldMk cId="2256361778" sldId="262"/>
            <ac:picMk id="4" creationId="{67207FA1-3CF6-A305-7302-FE37003B7322}"/>
          </ac:picMkLst>
        </pc:picChg>
        <pc:picChg chg="add del mod">
          <ac:chgData name="Brittany Fetterman" userId="S::bmf3m@mtmail.mtsu.edu::77fb554a-3bf8-485c-8a41-66a783905135" providerId="AD" clId="Web-{D1E651B2-04E8-08F2-243B-19CB14EBF5A3}" dt="2026-02-12T04:00:24.569" v="329"/>
          <ac:picMkLst>
            <pc:docMk/>
            <pc:sldMk cId="2256361778" sldId="262"/>
            <ac:picMk id="5" creationId="{9DD2E98F-5079-A222-6B0E-16FF62C4C0C6}"/>
          </ac:picMkLst>
        </pc:picChg>
        <pc:picChg chg="add mod">
          <ac:chgData name="Brittany Fetterman" userId="S::bmf3m@mtmail.mtsu.edu::77fb554a-3bf8-485c-8a41-66a783905135" providerId="AD" clId="Web-{D1E651B2-04E8-08F2-243B-19CB14EBF5A3}" dt="2026-02-12T04:05:24.779" v="341" actId="14100"/>
          <ac:picMkLst>
            <pc:docMk/>
            <pc:sldMk cId="2256361778" sldId="262"/>
            <ac:picMk id="6" creationId="{3E6E728F-F36B-73C3-2158-DECD7FA17A1F}"/>
          </ac:picMkLst>
        </pc:picChg>
      </pc:sldChg>
      <pc:sldChg chg="addSp modSp">
        <pc:chgData name="Brittany Fetterman" userId="S::bmf3m@mtmail.mtsu.edu::77fb554a-3bf8-485c-8a41-66a783905135" providerId="AD" clId="Web-{D1E651B2-04E8-08F2-243B-19CB14EBF5A3}" dt="2026-02-12T03:55:51.579" v="314" actId="1076"/>
        <pc:sldMkLst>
          <pc:docMk/>
          <pc:sldMk cId="3011576268" sldId="263"/>
        </pc:sldMkLst>
        <pc:spChg chg="mod">
          <ac:chgData name="Brittany Fetterman" userId="S::bmf3m@mtmail.mtsu.edu::77fb554a-3bf8-485c-8a41-66a783905135" providerId="AD" clId="Web-{D1E651B2-04E8-08F2-243B-19CB14EBF5A3}" dt="2026-02-12T03:55:14.218" v="311" actId="20577"/>
          <ac:spMkLst>
            <pc:docMk/>
            <pc:sldMk cId="3011576268" sldId="263"/>
            <ac:spMk id="3" creationId="{D634F77E-11A0-95A8-CCF7-8F4F0095D352}"/>
          </ac:spMkLst>
        </pc:spChg>
        <pc:picChg chg="add mod">
          <ac:chgData name="Brittany Fetterman" userId="S::bmf3m@mtmail.mtsu.edu::77fb554a-3bf8-485c-8a41-66a783905135" providerId="AD" clId="Web-{D1E651B2-04E8-08F2-243B-19CB14EBF5A3}" dt="2026-02-12T03:55:51.579" v="314" actId="1076"/>
          <ac:picMkLst>
            <pc:docMk/>
            <pc:sldMk cId="3011576268" sldId="263"/>
            <ac:picMk id="4" creationId="{E297236D-AD18-18A6-3760-34CB897A0C95}"/>
          </ac:picMkLst>
        </pc:picChg>
      </pc:sldChg>
      <pc:sldChg chg="modSp">
        <pc:chgData name="Brittany Fetterman" userId="S::bmf3m@mtmail.mtsu.edu::77fb554a-3bf8-485c-8a41-66a783905135" providerId="AD" clId="Web-{D1E651B2-04E8-08F2-243B-19CB14EBF5A3}" dt="2026-02-12T04:07:52.369" v="362" actId="20577"/>
        <pc:sldMkLst>
          <pc:docMk/>
          <pc:sldMk cId="2564795423" sldId="264"/>
        </pc:sldMkLst>
        <pc:spChg chg="mod">
          <ac:chgData name="Brittany Fetterman" userId="S::bmf3m@mtmail.mtsu.edu::77fb554a-3bf8-485c-8a41-66a783905135" providerId="AD" clId="Web-{D1E651B2-04E8-08F2-243B-19CB14EBF5A3}" dt="2026-02-12T04:07:52.369" v="362" actId="20577"/>
          <ac:spMkLst>
            <pc:docMk/>
            <pc:sldMk cId="2564795423" sldId="264"/>
            <ac:spMk id="3" creationId="{F8B8EB24-3422-B8DF-D106-17B03D303C1B}"/>
          </ac:spMkLst>
        </pc:spChg>
      </pc:sldChg>
      <pc:sldChg chg="modSp">
        <pc:chgData name="Brittany Fetterman" userId="S::bmf3m@mtmail.mtsu.edu::77fb554a-3bf8-485c-8a41-66a783905135" providerId="AD" clId="Web-{D1E651B2-04E8-08F2-243B-19CB14EBF5A3}" dt="2026-02-12T04:09:45.553" v="366" actId="20577"/>
        <pc:sldMkLst>
          <pc:docMk/>
          <pc:sldMk cId="2754462860" sldId="265"/>
        </pc:sldMkLst>
        <pc:spChg chg="mod">
          <ac:chgData name="Brittany Fetterman" userId="S::bmf3m@mtmail.mtsu.edu::77fb554a-3bf8-485c-8a41-66a783905135" providerId="AD" clId="Web-{D1E651B2-04E8-08F2-243B-19CB14EBF5A3}" dt="2026-02-12T04:09:45.553" v="366" actId="20577"/>
          <ac:spMkLst>
            <pc:docMk/>
            <pc:sldMk cId="2754462860" sldId="265"/>
            <ac:spMk id="3" creationId="{9BE20A93-5670-5C34-70A1-AE5761145223}"/>
          </ac:spMkLst>
        </pc:spChg>
      </pc:sldChg>
      <pc:sldChg chg="modSp">
        <pc:chgData name="Brittany Fetterman" userId="S::bmf3m@mtmail.mtsu.edu::77fb554a-3bf8-485c-8a41-66a783905135" providerId="AD" clId="Web-{D1E651B2-04E8-08F2-243B-19CB14EBF5A3}" dt="2026-02-12T03:47:49.272" v="251" actId="20577"/>
        <pc:sldMkLst>
          <pc:docMk/>
          <pc:sldMk cId="767009227" sldId="266"/>
        </pc:sldMkLst>
        <pc:spChg chg="mod">
          <ac:chgData name="Brittany Fetterman" userId="S::bmf3m@mtmail.mtsu.edu::77fb554a-3bf8-485c-8a41-66a783905135" providerId="AD" clId="Web-{D1E651B2-04E8-08F2-243B-19CB14EBF5A3}" dt="2026-02-12T03:47:49.272" v="251" actId="20577"/>
          <ac:spMkLst>
            <pc:docMk/>
            <pc:sldMk cId="767009227" sldId="266"/>
            <ac:spMk id="3" creationId="{FC3F3277-8B5E-E43B-F4A0-74A07B9DF396}"/>
          </ac:spMkLst>
        </pc:spChg>
      </pc:sldChg>
      <pc:sldChg chg="modSp">
        <pc:chgData name="Brittany Fetterman" userId="S::bmf3m@mtmail.mtsu.edu::77fb554a-3bf8-485c-8a41-66a783905135" providerId="AD" clId="Web-{D1E651B2-04E8-08F2-243B-19CB14EBF5A3}" dt="2026-02-12T04:10:22.945" v="375" actId="20577"/>
        <pc:sldMkLst>
          <pc:docMk/>
          <pc:sldMk cId="3236529435" sldId="267"/>
        </pc:sldMkLst>
        <pc:spChg chg="mod">
          <ac:chgData name="Brittany Fetterman" userId="S::bmf3m@mtmail.mtsu.edu::77fb554a-3bf8-485c-8a41-66a783905135" providerId="AD" clId="Web-{D1E651B2-04E8-08F2-243B-19CB14EBF5A3}" dt="2026-02-12T04:10:22.945" v="375" actId="20577"/>
          <ac:spMkLst>
            <pc:docMk/>
            <pc:sldMk cId="3236529435" sldId="267"/>
            <ac:spMk id="3" creationId="{9A85E712-9B60-9809-816B-7D84957F195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710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799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79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740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25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090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534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35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699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851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66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88" r:id="rId6"/>
    <p:sldLayoutId id="2147483684" r:id="rId7"/>
    <p:sldLayoutId id="2147483685" r:id="rId8"/>
    <p:sldLayoutId id="2147483686" r:id="rId9"/>
    <p:sldLayoutId id="2147483687" r:id="rId10"/>
    <p:sldLayoutId id="214748368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5325" y="2485103"/>
            <a:ext cx="8884104" cy="3269590"/>
          </a:xfrm>
        </p:spPr>
        <p:txBody>
          <a:bodyPr anchor="b">
            <a:normAutofit/>
          </a:bodyPr>
          <a:lstStyle/>
          <a:p>
            <a:r>
              <a:rPr lang="en-US" sz="6600"/>
              <a:t>Exploring Bias in datasets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3900" y="1184470"/>
            <a:ext cx="8855529" cy="1011050"/>
          </a:xfrm>
        </p:spPr>
        <p:txBody>
          <a:bodyPr anchor="t">
            <a:normAutofit/>
          </a:bodyPr>
          <a:lstStyle/>
          <a:p>
            <a:r>
              <a:rPr lang="en-US"/>
              <a:t>Group 5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E216F-CE82-CDF6-B595-A6675E1D3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772D4-DCEF-39FC-F5FD-E12C6D471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Dataset Overview</a:t>
            </a:r>
          </a:p>
          <a:p>
            <a:r>
              <a:rPr lang="en-US">
                <a:solidFill>
                  <a:schemeClr val="bg1"/>
                </a:solidFill>
              </a:rPr>
              <a:t>Methods</a:t>
            </a:r>
          </a:p>
          <a:p>
            <a:r>
              <a:rPr lang="en-US">
                <a:solidFill>
                  <a:schemeClr val="bg1"/>
                </a:solidFill>
              </a:rPr>
              <a:t>Key Findings</a:t>
            </a:r>
          </a:p>
          <a:p>
            <a:r>
              <a:rPr lang="en-US">
                <a:solidFill>
                  <a:schemeClr val="bg1"/>
                </a:solidFill>
              </a:rPr>
              <a:t>Implications of Dataset Bias</a:t>
            </a:r>
          </a:p>
          <a:p>
            <a:r>
              <a:rPr lang="en-US">
                <a:solidFill>
                  <a:schemeClr val="bg1"/>
                </a:solidFill>
              </a:rPr>
              <a:t>Connecting to Research</a:t>
            </a:r>
          </a:p>
          <a:p>
            <a:r>
              <a:rPr lang="en-US">
                <a:solidFill>
                  <a:schemeClr val="bg1"/>
                </a:solidFill>
              </a:rPr>
              <a:t>What Should Be Done</a:t>
            </a:r>
          </a:p>
          <a:p>
            <a:r>
              <a:rPr lang="en-US">
                <a:solidFill>
                  <a:schemeClr val="bg1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034726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346A3-1C13-3F3A-A85A-3D417F2CE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2D240-4383-5458-E8B6-3CF891A9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F3277-8B5E-E43B-F4A0-74A07B9DF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What was used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Dataset used was </a:t>
            </a:r>
            <a:r>
              <a:rPr lang="en-US" err="1">
                <a:solidFill>
                  <a:schemeClr val="bg1"/>
                </a:solidFill>
              </a:rPr>
              <a:t>FairFace</a:t>
            </a:r>
            <a:r>
              <a:rPr lang="en-US">
                <a:solidFill>
                  <a:schemeClr val="bg1"/>
                </a:solidFill>
              </a:rPr>
              <a:t> from </a:t>
            </a:r>
            <a:r>
              <a:rPr lang="en-US" err="1">
                <a:solidFill>
                  <a:schemeClr val="bg1"/>
                </a:solidFill>
              </a:rPr>
              <a:t>kaggle</a:t>
            </a:r>
            <a:endParaRPr lang="en-US">
              <a:solidFill>
                <a:schemeClr val="bg1"/>
              </a:solidFill>
            </a:endParaRPr>
          </a:p>
          <a:p>
            <a:pPr lvl="1"/>
            <a:r>
              <a:rPr lang="en-US">
                <a:solidFill>
                  <a:schemeClr val="bg1"/>
                </a:solidFill>
              </a:rPr>
              <a:t>Face attribute dataset for balanced race, gender, and age</a:t>
            </a:r>
          </a:p>
          <a:p>
            <a:r>
              <a:rPr lang="en-US">
                <a:solidFill>
                  <a:schemeClr val="bg1"/>
                </a:solidFill>
              </a:rPr>
              <a:t>Why it's used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Facial Recognition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Fairness research</a:t>
            </a:r>
          </a:p>
          <a:p>
            <a:r>
              <a:rPr lang="en-US" sz="2400">
                <a:solidFill>
                  <a:schemeClr val="bg1"/>
                </a:solidFill>
              </a:rPr>
              <a:t>Size of dataset</a:t>
            </a:r>
          </a:p>
          <a:p>
            <a:pPr lvl="1"/>
            <a:r>
              <a:rPr lang="en-US" sz="2100">
                <a:solidFill>
                  <a:schemeClr val="bg1"/>
                </a:solidFill>
              </a:rPr>
              <a:t>Train: 86,744 images</a:t>
            </a:r>
            <a:endParaRPr lang="en-US" sz="2100">
              <a:solidFill>
                <a:schemeClr val="bg1"/>
              </a:solidFill>
              <a:ea typeface="+mn-lt"/>
              <a:cs typeface="+mn-lt"/>
            </a:endParaRPr>
          </a:p>
          <a:p>
            <a:pPr lvl="1"/>
            <a:r>
              <a:rPr lang="en-US" sz="2100">
                <a:solidFill>
                  <a:schemeClr val="bg1"/>
                </a:solidFill>
              </a:rPr>
              <a:t>Validation: 10,954 images</a:t>
            </a:r>
          </a:p>
          <a:p>
            <a:pPr lvl="1"/>
            <a:endParaRPr lang="en-US">
              <a:solidFill>
                <a:schemeClr val="bg1"/>
              </a:solidFill>
            </a:endParaRPr>
          </a:p>
          <a:p>
            <a:pPr lvl="1"/>
            <a:endParaRPr lang="en-US">
              <a:solidFill>
                <a:schemeClr val="bg1"/>
              </a:solidFill>
            </a:endParaRPr>
          </a:p>
          <a:p>
            <a:pPr lvl="1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009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ADD0D2-63A2-4A1A-00DD-60B25C808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DAA19-33D0-8CE9-9DA2-D29078964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4F77E-11A0-95A8-CCF7-8F4F0095D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Cleaned labels</a:t>
            </a:r>
          </a:p>
          <a:p>
            <a:r>
              <a:rPr lang="en-US">
                <a:solidFill>
                  <a:schemeClr val="bg1"/>
                </a:solidFill>
              </a:rPr>
              <a:t>Checked distributions for gender, race, age</a:t>
            </a:r>
            <a:endParaRPr lang="en-US"/>
          </a:p>
          <a:p>
            <a:r>
              <a:rPr lang="en-US">
                <a:solidFill>
                  <a:schemeClr val="bg1"/>
                </a:solidFill>
              </a:rPr>
              <a:t>Looked at race and gender together</a:t>
            </a:r>
          </a:p>
          <a:p>
            <a:r>
              <a:rPr lang="en-US">
                <a:solidFill>
                  <a:schemeClr val="bg1"/>
                </a:solidFill>
              </a:rPr>
              <a:t>Used </a:t>
            </a:r>
            <a:r>
              <a:rPr lang="en-US" err="1">
                <a:solidFill>
                  <a:schemeClr val="bg1"/>
                </a:solidFill>
              </a:rPr>
              <a:t>ResNet</a:t>
            </a:r>
            <a:r>
              <a:rPr lang="en-US">
                <a:solidFill>
                  <a:schemeClr val="bg1"/>
                </a:solidFill>
              </a:rPr>
              <a:t> embeddings </a:t>
            </a:r>
          </a:p>
          <a:p>
            <a:r>
              <a:rPr lang="en-US">
                <a:solidFill>
                  <a:schemeClr val="bg1"/>
                </a:solidFill>
              </a:rPr>
              <a:t>Decision Tree</a:t>
            </a:r>
          </a:p>
          <a:p>
            <a:r>
              <a:rPr lang="en-US">
                <a:solidFill>
                  <a:schemeClr val="bg1"/>
                </a:solidFill>
              </a:rPr>
              <a:t>K-Nearest Neighbors (KNN)</a:t>
            </a:r>
          </a:p>
          <a:p>
            <a:pPr marL="0" indent="0">
              <a:buNone/>
            </a:pPr>
            <a:endParaRPr lang="en-US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 descr="A graph of blue bars with white text&#10;&#10;AI-generated content may be incorrect.">
            <a:extLst>
              <a:ext uri="{FF2B5EF4-FFF2-40B4-BE49-F238E27FC236}">
                <a16:creationId xmlns:a16="http://schemas.microsoft.com/office/drawing/2014/main" id="{E297236D-AD18-18A6-3760-34CB897A0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130" y="1567132"/>
            <a:ext cx="5427363" cy="373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576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9672E8-A665-2B49-6B4E-AC6B60ADF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47F85-B0CB-DB18-42F2-F24C0D04E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193FD-274D-D026-D62D-2F76A7609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More males than females</a:t>
            </a:r>
          </a:p>
          <a:p>
            <a:r>
              <a:rPr lang="en-US">
                <a:solidFill>
                  <a:schemeClr val="bg1"/>
                </a:solidFill>
              </a:rPr>
              <a:t>White individuals most represented</a:t>
            </a:r>
            <a:endParaRPr lang="en-US"/>
          </a:p>
          <a:p>
            <a:r>
              <a:rPr lang="en-US">
                <a:solidFill>
                  <a:schemeClr val="bg1"/>
                </a:solidFill>
              </a:rPr>
              <a:t>Middle Eastern least represented</a:t>
            </a:r>
          </a:p>
          <a:p>
            <a:r>
              <a:rPr lang="en-US">
                <a:solidFill>
                  <a:schemeClr val="bg1"/>
                </a:solidFill>
              </a:rPr>
              <a:t>Young adults dominate dataset</a:t>
            </a:r>
          </a:p>
          <a:p>
            <a:r>
              <a:rPr lang="en-US">
                <a:solidFill>
                  <a:schemeClr val="bg1"/>
                </a:solidFill>
              </a:rPr>
              <a:t>Some race–gender groups underrepresented</a:t>
            </a:r>
          </a:p>
          <a:p>
            <a:pPr marL="0" indent="0">
              <a:buNone/>
            </a:pPr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 descr="A chart of different colored squares&#10;&#10;AI-generated content may be incorrect.">
            <a:extLst>
              <a:ext uri="{FF2B5EF4-FFF2-40B4-BE49-F238E27FC236}">
                <a16:creationId xmlns:a16="http://schemas.microsoft.com/office/drawing/2014/main" id="{67207FA1-3CF6-A305-7302-FE37003B7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501" y="776377"/>
            <a:ext cx="3365525" cy="2904228"/>
          </a:xfrm>
          <a:prstGeom prst="rect">
            <a:avLst/>
          </a:prstGeom>
        </p:spPr>
      </p:pic>
      <p:pic>
        <p:nvPicPr>
          <p:cNvPr id="6" name="Picture 5" descr="A graph of different colored rectangular shapes&#10;&#10;AI-generated content may be incorrect.">
            <a:extLst>
              <a:ext uri="{FF2B5EF4-FFF2-40B4-BE49-F238E27FC236}">
                <a16:creationId xmlns:a16="http://schemas.microsoft.com/office/drawing/2014/main" id="{3E6E728F-F36B-73C3-2158-DECD7FA17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8337" y="3680601"/>
            <a:ext cx="3554117" cy="240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361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D7574-0816-2727-1934-943ACABD3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01DA4-C9E5-E5BE-8CF1-9B6120510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  <a:latin typeface="Univers Condensed"/>
              </a:rPr>
              <a:t>Implications of dataset bias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D8558-A1AA-D4FB-1ECA-33F46B9B9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Models learn patterns from dominant groups</a:t>
            </a:r>
          </a:p>
          <a:p>
            <a:r>
              <a:rPr lang="en-US">
                <a:solidFill>
                  <a:schemeClr val="bg1"/>
                </a:solidFill>
              </a:rPr>
              <a:t>Underrepresented groups get worse predictions</a:t>
            </a:r>
          </a:p>
          <a:p>
            <a:r>
              <a:rPr lang="en-US">
                <a:solidFill>
                  <a:schemeClr val="bg1"/>
                </a:solidFill>
              </a:rPr>
              <a:t>This creates unfair outcomes: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hiring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policing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phone face unlock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surveillance</a:t>
            </a:r>
          </a:p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79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CCB9D-2E9F-40A2-3C02-FC8ECA360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86DB3-0A3F-509F-984A-A8EBB7D3E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connecting to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8EB24-3422-B8DF-D106-17B03D303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Representation bias</a:t>
            </a:r>
          </a:p>
          <a:p>
            <a:r>
              <a:rPr lang="en-US">
                <a:solidFill>
                  <a:schemeClr val="bg1"/>
                </a:solidFill>
              </a:rPr>
              <a:t>Sampling bias</a:t>
            </a:r>
            <a:endParaRPr lang="en-US"/>
          </a:p>
          <a:p>
            <a:r>
              <a:rPr lang="en-US">
                <a:solidFill>
                  <a:schemeClr val="bg1"/>
                </a:solidFill>
              </a:rPr>
              <a:t>Feedback loops</a:t>
            </a:r>
          </a:p>
          <a:p>
            <a:r>
              <a:rPr lang="en-US">
                <a:solidFill>
                  <a:schemeClr val="bg1"/>
                </a:solidFill>
              </a:rPr>
              <a:t>Importance of dataset documentation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795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24068F-B8A1-D25F-3A4C-4ADAD944F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191F-C66C-1ABC-A28F-B5B930CC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what should be done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20A93-5670-5C34-70A1-AE5761145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Audit datasets before training</a:t>
            </a:r>
          </a:p>
          <a:p>
            <a:r>
              <a:rPr lang="en-US">
                <a:solidFill>
                  <a:schemeClr val="bg1"/>
                </a:solidFill>
              </a:rPr>
              <a:t>Balance data where possible</a:t>
            </a:r>
            <a:endParaRPr lang="en-US"/>
          </a:p>
          <a:p>
            <a:r>
              <a:rPr lang="en-US">
                <a:solidFill>
                  <a:schemeClr val="bg1"/>
                </a:solidFill>
              </a:rPr>
              <a:t>Track performance by subgroup</a:t>
            </a:r>
            <a:endParaRPr lang="en-US"/>
          </a:p>
          <a:p>
            <a:r>
              <a:rPr lang="en-US">
                <a:solidFill>
                  <a:schemeClr val="bg1"/>
                </a:solidFill>
              </a:rPr>
              <a:t>Use documentation (datasheets)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462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73925E-66E6-9667-B3C5-16A8EC11B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4CE6F-3A34-FB39-944E-D5B32BE0C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5E712-9B60-9809-816B-7D84957F1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Bias in datasets leads directly to bias in models and </a:t>
            </a:r>
            <a:r>
              <a:rPr lang="en-US" err="1">
                <a:solidFill>
                  <a:schemeClr val="bg1"/>
                </a:solidFill>
              </a:rPr>
              <a:t>FairFace</a:t>
            </a:r>
            <a:r>
              <a:rPr lang="en-US">
                <a:solidFill>
                  <a:schemeClr val="bg1"/>
                </a:solidFill>
              </a:rPr>
              <a:t> clearly shows why representation matters.</a:t>
            </a:r>
          </a:p>
        </p:txBody>
      </p:sp>
    </p:spTree>
    <p:extLst>
      <p:ext uri="{BB962C8B-B14F-4D97-AF65-F5344CB8AC3E}">
        <p14:creationId xmlns:p14="http://schemas.microsoft.com/office/powerpoint/2010/main" val="323652943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ChronicleVTI</vt:lpstr>
      <vt:lpstr>Exploring Bias in datasets</vt:lpstr>
      <vt:lpstr>agenda</vt:lpstr>
      <vt:lpstr>Dataset overview</vt:lpstr>
      <vt:lpstr>methods</vt:lpstr>
      <vt:lpstr>Key Findings</vt:lpstr>
      <vt:lpstr>Implications of dataset bias</vt:lpstr>
      <vt:lpstr>connecting to research</vt:lpstr>
      <vt:lpstr>what should be done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2026-02-12T03:22:35Z</dcterms:created>
  <dcterms:modified xsi:type="dcterms:W3CDTF">2026-02-12T04:10:45Z</dcterms:modified>
</cp:coreProperties>
</file>